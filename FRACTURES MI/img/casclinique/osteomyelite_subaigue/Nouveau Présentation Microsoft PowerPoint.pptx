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0994"/>
            <a:ext cx="7488832" cy="6723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60889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1</cp:revision>
  <dcterms:created xsi:type="dcterms:W3CDTF">2013-04-10T00:22:12Z</dcterms:created>
  <dcterms:modified xsi:type="dcterms:W3CDTF">2013-04-10T00:28:11Z</dcterms:modified>
</cp:coreProperties>
</file>