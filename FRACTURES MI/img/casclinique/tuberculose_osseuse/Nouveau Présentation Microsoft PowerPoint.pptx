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89" y="0"/>
            <a:ext cx="7632848" cy="663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58493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sara</dc:creator>
  <cp:lastModifiedBy>sara</cp:lastModifiedBy>
  <cp:revision>2</cp:revision>
  <dcterms:created xsi:type="dcterms:W3CDTF">2013-04-10T00:01:49Z</dcterms:created>
  <dcterms:modified xsi:type="dcterms:W3CDTF">2013-04-10T00:14:23Z</dcterms:modified>
</cp:coreProperties>
</file>