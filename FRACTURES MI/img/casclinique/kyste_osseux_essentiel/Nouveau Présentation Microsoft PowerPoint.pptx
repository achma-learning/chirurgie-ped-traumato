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52" y="1196752"/>
            <a:ext cx="10401634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29047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</dc:creator>
  <cp:lastModifiedBy>sara</cp:lastModifiedBy>
  <cp:revision>2</cp:revision>
  <dcterms:created xsi:type="dcterms:W3CDTF">2013-04-10T01:43:25Z</dcterms:created>
  <dcterms:modified xsi:type="dcterms:W3CDTF">2013-04-10T03:03:03Z</dcterms:modified>
</cp:coreProperties>
</file>