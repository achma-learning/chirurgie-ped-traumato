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10/04/2013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37" y="499842"/>
            <a:ext cx="7522079" cy="588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1963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" y="1641198"/>
            <a:ext cx="8929855" cy="338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8207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64902"/>
            <a:ext cx="7200799" cy="5641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4715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6" y="1196752"/>
            <a:ext cx="9338725" cy="417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4206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7" y="1628799"/>
            <a:ext cx="9169932" cy="3672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8213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03" y="1484784"/>
            <a:ext cx="8382442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25127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Affichage à l'écran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sara</dc:creator>
  <cp:lastModifiedBy>sara</cp:lastModifiedBy>
  <cp:revision>2</cp:revision>
  <dcterms:created xsi:type="dcterms:W3CDTF">2013-04-10T02:20:42Z</dcterms:created>
  <dcterms:modified xsi:type="dcterms:W3CDTF">2013-04-10T03:03:09Z</dcterms:modified>
</cp:coreProperties>
</file>