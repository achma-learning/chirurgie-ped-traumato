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0186"/>
            <a:ext cx="8607346" cy="5789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21027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0</Words>
  <Application>Microsoft Office PowerPoint</Application>
  <PresentationFormat>Affichage à l'écran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sara</dc:creator>
  <cp:lastModifiedBy>sara</cp:lastModifiedBy>
  <cp:revision>2</cp:revision>
  <dcterms:created xsi:type="dcterms:W3CDTF">2013-04-10T01:25:01Z</dcterms:created>
  <dcterms:modified xsi:type="dcterms:W3CDTF">2013-04-10T03:02:54Z</dcterms:modified>
</cp:coreProperties>
</file>