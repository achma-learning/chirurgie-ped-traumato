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8" y="1700808"/>
            <a:ext cx="9325165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39970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2013-04-10T00:46:58Z</dcterms:created>
  <dcterms:modified xsi:type="dcterms:W3CDTF">2013-04-10T03:02:50Z</dcterms:modified>
</cp:coreProperties>
</file>