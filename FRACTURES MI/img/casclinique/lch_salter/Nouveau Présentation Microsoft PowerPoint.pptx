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6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175" y="1556792"/>
            <a:ext cx="7145424" cy="3888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57759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Affichage à l'écran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sara</dc:creator>
  <cp:lastModifiedBy>sara</cp:lastModifiedBy>
  <cp:revision>1</cp:revision>
  <dcterms:created xsi:type="dcterms:W3CDTF">2013-04-10T02:54:33Z</dcterms:created>
  <dcterms:modified xsi:type="dcterms:W3CDTF">2013-04-10T03:03:22Z</dcterms:modified>
</cp:coreProperties>
</file>