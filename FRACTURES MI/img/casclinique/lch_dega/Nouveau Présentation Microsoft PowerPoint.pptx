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268760"/>
            <a:ext cx="7865680" cy="4269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7139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2013-04-10T02:45:51Z</dcterms:created>
  <dcterms:modified xsi:type="dcterms:W3CDTF">2013-04-10T03:03:15Z</dcterms:modified>
</cp:coreProperties>
</file>